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4" r:id="rId3"/>
    <p:sldId id="257" r:id="rId4"/>
    <p:sldId id="263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475434-DEF7-4E5F-9744-1D050A023E4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C6E068-3C57-408E-BCA7-5AB6F806E143}">
      <dgm:prSet/>
      <dgm:spPr/>
      <dgm:t>
        <a:bodyPr/>
        <a:lstStyle/>
        <a:p>
          <a:r>
            <a:rPr lang="en-US"/>
            <a:t>1️⃣  Client deposits ETH &amp; specifies freelancer</a:t>
          </a:r>
        </a:p>
      </dgm:t>
    </dgm:pt>
    <dgm:pt modelId="{E29DB6EC-8AD2-4AC2-A6E9-387112E43A7D}" type="parTrans" cxnId="{C14C00F2-499A-40A0-A0DF-36765EBFA72A}">
      <dgm:prSet/>
      <dgm:spPr/>
      <dgm:t>
        <a:bodyPr/>
        <a:lstStyle/>
        <a:p>
          <a:endParaRPr lang="en-US"/>
        </a:p>
      </dgm:t>
    </dgm:pt>
    <dgm:pt modelId="{89AAC619-E5A1-4092-8B28-2B45C7B0A76E}" type="sibTrans" cxnId="{C14C00F2-499A-40A0-A0DF-36765EBFA72A}">
      <dgm:prSet/>
      <dgm:spPr/>
      <dgm:t>
        <a:bodyPr/>
        <a:lstStyle/>
        <a:p>
          <a:endParaRPr lang="en-US"/>
        </a:p>
      </dgm:t>
    </dgm:pt>
    <dgm:pt modelId="{A61F24D0-BD9A-477F-BBDE-343A9AADEC54}">
      <dgm:prSet/>
      <dgm:spPr/>
      <dgm:t>
        <a:bodyPr/>
        <a:lstStyle/>
        <a:p>
          <a:r>
            <a:rPr lang="en-US"/>
            <a:t>2️⃣  Freelancer submits completed work</a:t>
          </a:r>
        </a:p>
      </dgm:t>
    </dgm:pt>
    <dgm:pt modelId="{7FFD0566-EDF8-4F2A-A84D-AA81D16905EA}" type="parTrans" cxnId="{B15A0386-E276-42E9-8D9C-55463A03469E}">
      <dgm:prSet/>
      <dgm:spPr/>
      <dgm:t>
        <a:bodyPr/>
        <a:lstStyle/>
        <a:p>
          <a:endParaRPr lang="en-US"/>
        </a:p>
      </dgm:t>
    </dgm:pt>
    <dgm:pt modelId="{9E72D126-A92B-48FF-9677-331C5DF08933}" type="sibTrans" cxnId="{B15A0386-E276-42E9-8D9C-55463A03469E}">
      <dgm:prSet/>
      <dgm:spPr/>
      <dgm:t>
        <a:bodyPr/>
        <a:lstStyle/>
        <a:p>
          <a:endParaRPr lang="en-US"/>
        </a:p>
      </dgm:t>
    </dgm:pt>
    <dgm:pt modelId="{F2F5C320-1F27-4FEA-AA97-AA692A055411}">
      <dgm:prSet/>
      <dgm:spPr/>
      <dgm:t>
        <a:bodyPr/>
        <a:lstStyle/>
        <a:p>
          <a:r>
            <a:rPr lang="en-US"/>
            <a:t>3️⃣  Client reviews and approves work</a:t>
          </a:r>
        </a:p>
      </dgm:t>
    </dgm:pt>
    <dgm:pt modelId="{C1526F3D-D781-427C-8FFB-8D584CB212E3}" type="parTrans" cxnId="{D7A2B757-3DE6-492F-A14A-E1B12EFDD8CB}">
      <dgm:prSet/>
      <dgm:spPr/>
      <dgm:t>
        <a:bodyPr/>
        <a:lstStyle/>
        <a:p>
          <a:endParaRPr lang="en-US"/>
        </a:p>
      </dgm:t>
    </dgm:pt>
    <dgm:pt modelId="{DC55D05F-7965-41D0-955C-975E376C1896}" type="sibTrans" cxnId="{D7A2B757-3DE6-492F-A14A-E1B12EFDD8CB}">
      <dgm:prSet/>
      <dgm:spPr/>
      <dgm:t>
        <a:bodyPr/>
        <a:lstStyle/>
        <a:p>
          <a:endParaRPr lang="en-US"/>
        </a:p>
      </dgm:t>
    </dgm:pt>
    <dgm:pt modelId="{E531336E-EFB3-42FC-8AB7-0EEC69644A80}">
      <dgm:prSet/>
      <dgm:spPr/>
      <dgm:t>
        <a:bodyPr/>
        <a:lstStyle/>
        <a:p>
          <a:r>
            <a:rPr lang="en-US"/>
            <a:t>4️⃣  Smart contract releases payment automatically</a:t>
          </a:r>
        </a:p>
      </dgm:t>
    </dgm:pt>
    <dgm:pt modelId="{1B21A67D-125D-4CFB-B5DC-A19088832DFD}" type="parTrans" cxnId="{324FE21E-D667-4C11-A3E5-448889FAD51D}">
      <dgm:prSet/>
      <dgm:spPr/>
      <dgm:t>
        <a:bodyPr/>
        <a:lstStyle/>
        <a:p>
          <a:endParaRPr lang="en-US"/>
        </a:p>
      </dgm:t>
    </dgm:pt>
    <dgm:pt modelId="{095F251D-79DD-4BB1-924C-AE40E027F16C}" type="sibTrans" cxnId="{324FE21E-D667-4C11-A3E5-448889FAD51D}">
      <dgm:prSet/>
      <dgm:spPr/>
      <dgm:t>
        <a:bodyPr/>
        <a:lstStyle/>
        <a:p>
          <a:endParaRPr lang="en-US"/>
        </a:p>
      </dgm:t>
    </dgm:pt>
    <dgm:pt modelId="{364C1C6A-B56F-43F6-9F2C-DDA1E2C45DD1}" type="pres">
      <dgm:prSet presAssocID="{32475434-DEF7-4E5F-9744-1D050A023E4B}" presName="outerComposite" presStyleCnt="0">
        <dgm:presLayoutVars>
          <dgm:chMax val="5"/>
          <dgm:dir/>
          <dgm:resizeHandles val="exact"/>
        </dgm:presLayoutVars>
      </dgm:prSet>
      <dgm:spPr/>
    </dgm:pt>
    <dgm:pt modelId="{F257CEB4-AC3A-4F05-80A3-B1B057D8C3D7}" type="pres">
      <dgm:prSet presAssocID="{32475434-DEF7-4E5F-9744-1D050A023E4B}" presName="dummyMaxCanvas" presStyleCnt="0">
        <dgm:presLayoutVars/>
      </dgm:prSet>
      <dgm:spPr/>
    </dgm:pt>
    <dgm:pt modelId="{12ECBDB4-155D-49AE-BF5A-33E2EEF36626}" type="pres">
      <dgm:prSet presAssocID="{32475434-DEF7-4E5F-9744-1D050A023E4B}" presName="FourNodes_1" presStyleLbl="node1" presStyleIdx="0" presStyleCnt="4">
        <dgm:presLayoutVars>
          <dgm:bulletEnabled val="1"/>
        </dgm:presLayoutVars>
      </dgm:prSet>
      <dgm:spPr/>
    </dgm:pt>
    <dgm:pt modelId="{6D626118-2C4B-4D9F-A376-7708A2E2E086}" type="pres">
      <dgm:prSet presAssocID="{32475434-DEF7-4E5F-9744-1D050A023E4B}" presName="FourNodes_2" presStyleLbl="node1" presStyleIdx="1" presStyleCnt="4">
        <dgm:presLayoutVars>
          <dgm:bulletEnabled val="1"/>
        </dgm:presLayoutVars>
      </dgm:prSet>
      <dgm:spPr/>
    </dgm:pt>
    <dgm:pt modelId="{D9C07BAF-C427-4EFA-9724-8E598A3C0700}" type="pres">
      <dgm:prSet presAssocID="{32475434-DEF7-4E5F-9744-1D050A023E4B}" presName="FourNodes_3" presStyleLbl="node1" presStyleIdx="2" presStyleCnt="4">
        <dgm:presLayoutVars>
          <dgm:bulletEnabled val="1"/>
        </dgm:presLayoutVars>
      </dgm:prSet>
      <dgm:spPr/>
    </dgm:pt>
    <dgm:pt modelId="{74D928B4-07F4-4860-B0C0-35929C5135BD}" type="pres">
      <dgm:prSet presAssocID="{32475434-DEF7-4E5F-9744-1D050A023E4B}" presName="FourNodes_4" presStyleLbl="node1" presStyleIdx="3" presStyleCnt="4">
        <dgm:presLayoutVars>
          <dgm:bulletEnabled val="1"/>
        </dgm:presLayoutVars>
      </dgm:prSet>
      <dgm:spPr/>
    </dgm:pt>
    <dgm:pt modelId="{5911533F-58E1-4CD0-BE11-C6955D0F07EC}" type="pres">
      <dgm:prSet presAssocID="{32475434-DEF7-4E5F-9744-1D050A023E4B}" presName="FourConn_1-2" presStyleLbl="fgAccFollowNode1" presStyleIdx="0" presStyleCnt="3">
        <dgm:presLayoutVars>
          <dgm:bulletEnabled val="1"/>
        </dgm:presLayoutVars>
      </dgm:prSet>
      <dgm:spPr/>
    </dgm:pt>
    <dgm:pt modelId="{C02DB1E5-4BE7-4D92-80E4-7B4E66E98150}" type="pres">
      <dgm:prSet presAssocID="{32475434-DEF7-4E5F-9744-1D050A023E4B}" presName="FourConn_2-3" presStyleLbl="fgAccFollowNode1" presStyleIdx="1" presStyleCnt="3">
        <dgm:presLayoutVars>
          <dgm:bulletEnabled val="1"/>
        </dgm:presLayoutVars>
      </dgm:prSet>
      <dgm:spPr/>
    </dgm:pt>
    <dgm:pt modelId="{15917F63-A034-4609-90F2-129686EEC963}" type="pres">
      <dgm:prSet presAssocID="{32475434-DEF7-4E5F-9744-1D050A023E4B}" presName="FourConn_3-4" presStyleLbl="fgAccFollowNode1" presStyleIdx="2" presStyleCnt="3">
        <dgm:presLayoutVars>
          <dgm:bulletEnabled val="1"/>
        </dgm:presLayoutVars>
      </dgm:prSet>
      <dgm:spPr/>
    </dgm:pt>
    <dgm:pt modelId="{8AEB9B85-13C6-4C77-A016-2730265EC0E5}" type="pres">
      <dgm:prSet presAssocID="{32475434-DEF7-4E5F-9744-1D050A023E4B}" presName="FourNodes_1_text" presStyleLbl="node1" presStyleIdx="3" presStyleCnt="4">
        <dgm:presLayoutVars>
          <dgm:bulletEnabled val="1"/>
        </dgm:presLayoutVars>
      </dgm:prSet>
      <dgm:spPr/>
    </dgm:pt>
    <dgm:pt modelId="{F5FE3C8D-5936-4B7E-A75B-0FD0A4D56838}" type="pres">
      <dgm:prSet presAssocID="{32475434-DEF7-4E5F-9744-1D050A023E4B}" presName="FourNodes_2_text" presStyleLbl="node1" presStyleIdx="3" presStyleCnt="4">
        <dgm:presLayoutVars>
          <dgm:bulletEnabled val="1"/>
        </dgm:presLayoutVars>
      </dgm:prSet>
      <dgm:spPr/>
    </dgm:pt>
    <dgm:pt modelId="{32BDC2DF-F7C0-4D2E-A315-8A5F0AA590EA}" type="pres">
      <dgm:prSet presAssocID="{32475434-DEF7-4E5F-9744-1D050A023E4B}" presName="FourNodes_3_text" presStyleLbl="node1" presStyleIdx="3" presStyleCnt="4">
        <dgm:presLayoutVars>
          <dgm:bulletEnabled val="1"/>
        </dgm:presLayoutVars>
      </dgm:prSet>
      <dgm:spPr/>
    </dgm:pt>
    <dgm:pt modelId="{C08DBA92-8A94-4C4C-88E7-90F60B6B59BF}" type="pres">
      <dgm:prSet presAssocID="{32475434-DEF7-4E5F-9744-1D050A023E4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24FE21E-D667-4C11-A3E5-448889FAD51D}" srcId="{32475434-DEF7-4E5F-9744-1D050A023E4B}" destId="{E531336E-EFB3-42FC-8AB7-0EEC69644A80}" srcOrd="3" destOrd="0" parTransId="{1B21A67D-125D-4CFB-B5DC-A19088832DFD}" sibTransId="{095F251D-79DD-4BB1-924C-AE40E027F16C}"/>
    <dgm:cxn modelId="{270C7427-7D9B-4D10-A9E6-626CA590CF8C}" type="presOf" srcId="{9E72D126-A92B-48FF-9677-331C5DF08933}" destId="{C02DB1E5-4BE7-4D92-80E4-7B4E66E98150}" srcOrd="0" destOrd="0" presId="urn:microsoft.com/office/officeart/2005/8/layout/vProcess5"/>
    <dgm:cxn modelId="{C09E8030-887D-4CDF-8B30-C55B65C84FA0}" type="presOf" srcId="{A61F24D0-BD9A-477F-BBDE-343A9AADEC54}" destId="{F5FE3C8D-5936-4B7E-A75B-0FD0A4D56838}" srcOrd="1" destOrd="0" presId="urn:microsoft.com/office/officeart/2005/8/layout/vProcess5"/>
    <dgm:cxn modelId="{3D1BD063-57E4-4FDB-A47A-CCF13AE674E0}" type="presOf" srcId="{F2F5C320-1F27-4FEA-AA97-AA692A055411}" destId="{32BDC2DF-F7C0-4D2E-A315-8A5F0AA590EA}" srcOrd="1" destOrd="0" presId="urn:microsoft.com/office/officeart/2005/8/layout/vProcess5"/>
    <dgm:cxn modelId="{EAFC9F4A-F684-4209-803D-E4426D8072F0}" type="presOf" srcId="{A61F24D0-BD9A-477F-BBDE-343A9AADEC54}" destId="{6D626118-2C4B-4D9F-A376-7708A2E2E086}" srcOrd="0" destOrd="0" presId="urn:microsoft.com/office/officeart/2005/8/layout/vProcess5"/>
    <dgm:cxn modelId="{39270E6D-6DC3-44EC-9503-16D35B2AFC48}" type="presOf" srcId="{E531336E-EFB3-42FC-8AB7-0EEC69644A80}" destId="{74D928B4-07F4-4860-B0C0-35929C5135BD}" srcOrd="0" destOrd="0" presId="urn:microsoft.com/office/officeart/2005/8/layout/vProcess5"/>
    <dgm:cxn modelId="{D7A2B757-3DE6-492F-A14A-E1B12EFDD8CB}" srcId="{32475434-DEF7-4E5F-9744-1D050A023E4B}" destId="{F2F5C320-1F27-4FEA-AA97-AA692A055411}" srcOrd="2" destOrd="0" parTransId="{C1526F3D-D781-427C-8FFB-8D584CB212E3}" sibTransId="{DC55D05F-7965-41D0-955C-975E376C1896}"/>
    <dgm:cxn modelId="{1C4E6D85-CC18-4FDD-A5BC-9F5FD44F4517}" type="presOf" srcId="{F2F5C320-1F27-4FEA-AA97-AA692A055411}" destId="{D9C07BAF-C427-4EFA-9724-8E598A3C0700}" srcOrd="0" destOrd="0" presId="urn:microsoft.com/office/officeart/2005/8/layout/vProcess5"/>
    <dgm:cxn modelId="{91190086-1D1D-412B-A10B-A12F0009EDBE}" type="presOf" srcId="{89AAC619-E5A1-4092-8B28-2B45C7B0A76E}" destId="{5911533F-58E1-4CD0-BE11-C6955D0F07EC}" srcOrd="0" destOrd="0" presId="urn:microsoft.com/office/officeart/2005/8/layout/vProcess5"/>
    <dgm:cxn modelId="{B15A0386-E276-42E9-8D9C-55463A03469E}" srcId="{32475434-DEF7-4E5F-9744-1D050A023E4B}" destId="{A61F24D0-BD9A-477F-BBDE-343A9AADEC54}" srcOrd="1" destOrd="0" parTransId="{7FFD0566-EDF8-4F2A-A84D-AA81D16905EA}" sibTransId="{9E72D126-A92B-48FF-9677-331C5DF08933}"/>
    <dgm:cxn modelId="{AFE7FF94-4828-4484-A65A-CA84888C63CD}" type="presOf" srcId="{E531336E-EFB3-42FC-8AB7-0EEC69644A80}" destId="{C08DBA92-8A94-4C4C-88E7-90F60B6B59BF}" srcOrd="1" destOrd="0" presId="urn:microsoft.com/office/officeart/2005/8/layout/vProcess5"/>
    <dgm:cxn modelId="{49A1349C-A1DD-4C75-A9DD-71D3FAD2B3A8}" type="presOf" srcId="{32475434-DEF7-4E5F-9744-1D050A023E4B}" destId="{364C1C6A-B56F-43F6-9F2C-DDA1E2C45DD1}" srcOrd="0" destOrd="0" presId="urn:microsoft.com/office/officeart/2005/8/layout/vProcess5"/>
    <dgm:cxn modelId="{4D2133CF-7B97-4165-B720-6F7E35176923}" type="presOf" srcId="{21C6E068-3C57-408E-BCA7-5AB6F806E143}" destId="{8AEB9B85-13C6-4C77-A016-2730265EC0E5}" srcOrd="1" destOrd="0" presId="urn:microsoft.com/office/officeart/2005/8/layout/vProcess5"/>
    <dgm:cxn modelId="{9E8A5FEF-E10A-4DEA-9884-F9D916672372}" type="presOf" srcId="{21C6E068-3C57-408E-BCA7-5AB6F806E143}" destId="{12ECBDB4-155D-49AE-BF5A-33E2EEF36626}" srcOrd="0" destOrd="0" presId="urn:microsoft.com/office/officeart/2005/8/layout/vProcess5"/>
    <dgm:cxn modelId="{C14C00F2-499A-40A0-A0DF-36765EBFA72A}" srcId="{32475434-DEF7-4E5F-9744-1D050A023E4B}" destId="{21C6E068-3C57-408E-BCA7-5AB6F806E143}" srcOrd="0" destOrd="0" parTransId="{E29DB6EC-8AD2-4AC2-A6E9-387112E43A7D}" sibTransId="{89AAC619-E5A1-4092-8B28-2B45C7B0A76E}"/>
    <dgm:cxn modelId="{98F62DFA-D539-41E5-AF98-8CEAE59807FD}" type="presOf" srcId="{DC55D05F-7965-41D0-955C-975E376C1896}" destId="{15917F63-A034-4609-90F2-129686EEC963}" srcOrd="0" destOrd="0" presId="urn:microsoft.com/office/officeart/2005/8/layout/vProcess5"/>
    <dgm:cxn modelId="{5A6DB2D1-7ED8-4A17-9F21-F319FFEEF978}" type="presParOf" srcId="{364C1C6A-B56F-43F6-9F2C-DDA1E2C45DD1}" destId="{F257CEB4-AC3A-4F05-80A3-B1B057D8C3D7}" srcOrd="0" destOrd="0" presId="urn:microsoft.com/office/officeart/2005/8/layout/vProcess5"/>
    <dgm:cxn modelId="{3DBC6E41-4AF3-44AF-900A-4DD0AC6BCDFF}" type="presParOf" srcId="{364C1C6A-B56F-43F6-9F2C-DDA1E2C45DD1}" destId="{12ECBDB4-155D-49AE-BF5A-33E2EEF36626}" srcOrd="1" destOrd="0" presId="urn:microsoft.com/office/officeart/2005/8/layout/vProcess5"/>
    <dgm:cxn modelId="{DA0E9FBF-B59B-456B-B28B-26E5E3881D43}" type="presParOf" srcId="{364C1C6A-B56F-43F6-9F2C-DDA1E2C45DD1}" destId="{6D626118-2C4B-4D9F-A376-7708A2E2E086}" srcOrd="2" destOrd="0" presId="urn:microsoft.com/office/officeart/2005/8/layout/vProcess5"/>
    <dgm:cxn modelId="{4621B4E4-47DC-4E93-97F8-06687DEA8068}" type="presParOf" srcId="{364C1C6A-B56F-43F6-9F2C-DDA1E2C45DD1}" destId="{D9C07BAF-C427-4EFA-9724-8E598A3C0700}" srcOrd="3" destOrd="0" presId="urn:microsoft.com/office/officeart/2005/8/layout/vProcess5"/>
    <dgm:cxn modelId="{8A0EB442-5190-466E-B21C-3233B7AB2EFE}" type="presParOf" srcId="{364C1C6A-B56F-43F6-9F2C-DDA1E2C45DD1}" destId="{74D928B4-07F4-4860-B0C0-35929C5135BD}" srcOrd="4" destOrd="0" presId="urn:microsoft.com/office/officeart/2005/8/layout/vProcess5"/>
    <dgm:cxn modelId="{40CAA022-2653-49B9-AC2F-93059E0A5A62}" type="presParOf" srcId="{364C1C6A-B56F-43F6-9F2C-DDA1E2C45DD1}" destId="{5911533F-58E1-4CD0-BE11-C6955D0F07EC}" srcOrd="5" destOrd="0" presId="urn:microsoft.com/office/officeart/2005/8/layout/vProcess5"/>
    <dgm:cxn modelId="{FF84446F-01A6-4B45-93DE-E69402721761}" type="presParOf" srcId="{364C1C6A-B56F-43F6-9F2C-DDA1E2C45DD1}" destId="{C02DB1E5-4BE7-4D92-80E4-7B4E66E98150}" srcOrd="6" destOrd="0" presId="urn:microsoft.com/office/officeart/2005/8/layout/vProcess5"/>
    <dgm:cxn modelId="{2EBDA861-1AC6-4935-B007-5BE46E18F614}" type="presParOf" srcId="{364C1C6A-B56F-43F6-9F2C-DDA1E2C45DD1}" destId="{15917F63-A034-4609-90F2-129686EEC963}" srcOrd="7" destOrd="0" presId="urn:microsoft.com/office/officeart/2005/8/layout/vProcess5"/>
    <dgm:cxn modelId="{2DB89350-5D8F-44C7-9C44-2EB81BF0AAA8}" type="presParOf" srcId="{364C1C6A-B56F-43F6-9F2C-DDA1E2C45DD1}" destId="{8AEB9B85-13C6-4C77-A016-2730265EC0E5}" srcOrd="8" destOrd="0" presId="urn:microsoft.com/office/officeart/2005/8/layout/vProcess5"/>
    <dgm:cxn modelId="{BC78C517-F6D2-4EBA-BDC3-FD700C69FB2D}" type="presParOf" srcId="{364C1C6A-B56F-43F6-9F2C-DDA1E2C45DD1}" destId="{F5FE3C8D-5936-4B7E-A75B-0FD0A4D56838}" srcOrd="9" destOrd="0" presId="urn:microsoft.com/office/officeart/2005/8/layout/vProcess5"/>
    <dgm:cxn modelId="{3D899AC2-8DE8-4DD9-A369-DA5197C9B5B1}" type="presParOf" srcId="{364C1C6A-B56F-43F6-9F2C-DDA1E2C45DD1}" destId="{32BDC2DF-F7C0-4D2E-A315-8A5F0AA590EA}" srcOrd="10" destOrd="0" presId="urn:microsoft.com/office/officeart/2005/8/layout/vProcess5"/>
    <dgm:cxn modelId="{155784D0-0601-4598-8730-94EAE44D7D30}" type="presParOf" srcId="{364C1C6A-B56F-43F6-9F2C-DDA1E2C45DD1}" destId="{C08DBA92-8A94-4C4C-88E7-90F60B6B59B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5B07E8-6EF9-45CD-8905-34F9FE2918F1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5A022E-EB90-4ACB-87C8-D4A06D4E1F75}">
      <dgm:prSet/>
      <dgm:spPr/>
      <dgm:t>
        <a:bodyPr/>
        <a:lstStyle/>
        <a:p>
          <a:r>
            <a:rPr lang="en-US"/>
            <a:t>✓ Role-based Access Control</a:t>
          </a:r>
        </a:p>
      </dgm:t>
    </dgm:pt>
    <dgm:pt modelId="{9874B40E-D5BE-4C18-A375-155E35837E95}" type="parTrans" cxnId="{7C9BAFE5-8483-442C-BC4E-EDA8A34B9A6C}">
      <dgm:prSet/>
      <dgm:spPr/>
      <dgm:t>
        <a:bodyPr/>
        <a:lstStyle/>
        <a:p>
          <a:endParaRPr lang="en-US"/>
        </a:p>
      </dgm:t>
    </dgm:pt>
    <dgm:pt modelId="{0BEE0318-A2FF-40D6-8BC3-57843076260B}" type="sibTrans" cxnId="{7C9BAFE5-8483-442C-BC4E-EDA8A34B9A6C}">
      <dgm:prSet/>
      <dgm:spPr/>
      <dgm:t>
        <a:bodyPr/>
        <a:lstStyle/>
        <a:p>
          <a:endParaRPr lang="en-US"/>
        </a:p>
      </dgm:t>
    </dgm:pt>
    <dgm:pt modelId="{4349E05B-B010-4944-887E-0BB8DC7F88C5}">
      <dgm:prSet/>
      <dgm:spPr/>
      <dgm:t>
        <a:bodyPr/>
        <a:lstStyle/>
        <a:p>
          <a:r>
            <a:rPr lang="en-US"/>
            <a:t>✓ Update Freelancer Before Work Starts</a:t>
          </a:r>
        </a:p>
      </dgm:t>
    </dgm:pt>
    <dgm:pt modelId="{A62B6B23-026E-42F8-A4D2-94E255BA0D12}" type="parTrans" cxnId="{F672188C-D33C-4F1B-BC67-3208532FAB00}">
      <dgm:prSet/>
      <dgm:spPr/>
      <dgm:t>
        <a:bodyPr/>
        <a:lstStyle/>
        <a:p>
          <a:endParaRPr lang="en-US"/>
        </a:p>
      </dgm:t>
    </dgm:pt>
    <dgm:pt modelId="{2D6BDD82-02FA-43EC-B5E6-3E644D02A074}" type="sibTrans" cxnId="{F672188C-D33C-4F1B-BC67-3208532FAB00}">
      <dgm:prSet/>
      <dgm:spPr/>
      <dgm:t>
        <a:bodyPr/>
        <a:lstStyle/>
        <a:p>
          <a:endParaRPr lang="en-US"/>
        </a:p>
      </dgm:t>
    </dgm:pt>
    <dgm:pt modelId="{20FACEED-4B4C-41A6-BACB-8D89203F3D98}">
      <dgm:prSet/>
      <dgm:spPr/>
      <dgm:t>
        <a:bodyPr/>
        <a:lstStyle/>
        <a:p>
          <a:r>
            <a:rPr lang="en-US"/>
            <a:t>✓ Cancel &amp; Refund Functionality</a:t>
          </a:r>
        </a:p>
      </dgm:t>
    </dgm:pt>
    <dgm:pt modelId="{20E98827-B6CA-42BF-9BDA-B8058DE9C945}" type="parTrans" cxnId="{9BA5DCE9-4494-4BD8-ADC7-7CEE22942A13}">
      <dgm:prSet/>
      <dgm:spPr/>
      <dgm:t>
        <a:bodyPr/>
        <a:lstStyle/>
        <a:p>
          <a:endParaRPr lang="en-US"/>
        </a:p>
      </dgm:t>
    </dgm:pt>
    <dgm:pt modelId="{05688E2C-D724-44F6-BCF6-0E8C64A4D668}" type="sibTrans" cxnId="{9BA5DCE9-4494-4BD8-ADC7-7CEE22942A13}">
      <dgm:prSet/>
      <dgm:spPr/>
      <dgm:t>
        <a:bodyPr/>
        <a:lstStyle/>
        <a:p>
          <a:endParaRPr lang="en-US"/>
        </a:p>
      </dgm:t>
    </dgm:pt>
    <dgm:pt modelId="{6530B135-9A64-4869-8313-B6C4D2142A1C}">
      <dgm:prSet/>
      <dgm:spPr/>
      <dgm:t>
        <a:bodyPr/>
        <a:lstStyle/>
        <a:p>
          <a:r>
            <a:rPr lang="en-US"/>
            <a:t>✓ MetaMask Integration</a:t>
          </a:r>
        </a:p>
      </dgm:t>
    </dgm:pt>
    <dgm:pt modelId="{1FDA8111-5F98-4F6D-B381-A828D00F6835}" type="parTrans" cxnId="{54450B75-B14A-40CF-B4B5-09611A7E0FEF}">
      <dgm:prSet/>
      <dgm:spPr/>
      <dgm:t>
        <a:bodyPr/>
        <a:lstStyle/>
        <a:p>
          <a:endParaRPr lang="en-US"/>
        </a:p>
      </dgm:t>
    </dgm:pt>
    <dgm:pt modelId="{EAFE9EB5-3A51-4F89-8298-903862EC1070}" type="sibTrans" cxnId="{54450B75-B14A-40CF-B4B5-09611A7E0FEF}">
      <dgm:prSet/>
      <dgm:spPr/>
      <dgm:t>
        <a:bodyPr/>
        <a:lstStyle/>
        <a:p>
          <a:endParaRPr lang="en-US"/>
        </a:p>
      </dgm:t>
    </dgm:pt>
    <dgm:pt modelId="{BB9AF24A-6CE4-4E8C-BE60-FEBB679CEC99}">
      <dgm:prSet/>
      <dgm:spPr/>
      <dgm:t>
        <a:bodyPr/>
        <a:lstStyle/>
        <a:p>
          <a:r>
            <a:rPr lang="en-US"/>
            <a:t>✓ Real-time Status Tracking</a:t>
          </a:r>
        </a:p>
      </dgm:t>
    </dgm:pt>
    <dgm:pt modelId="{B158BD50-CE69-4062-BF48-EF85F26484E0}" type="parTrans" cxnId="{62F81016-BB53-48BC-8718-7860AA6B7AE3}">
      <dgm:prSet/>
      <dgm:spPr/>
      <dgm:t>
        <a:bodyPr/>
        <a:lstStyle/>
        <a:p>
          <a:endParaRPr lang="en-US"/>
        </a:p>
      </dgm:t>
    </dgm:pt>
    <dgm:pt modelId="{27A93CF7-51C2-49D6-BD1E-9CB8AA33472E}" type="sibTrans" cxnId="{62F81016-BB53-48BC-8718-7860AA6B7AE3}">
      <dgm:prSet/>
      <dgm:spPr/>
      <dgm:t>
        <a:bodyPr/>
        <a:lstStyle/>
        <a:p>
          <a:endParaRPr lang="en-US"/>
        </a:p>
      </dgm:t>
    </dgm:pt>
    <dgm:pt modelId="{28BB2608-AAF2-4B3D-B927-DFACD06994FC}">
      <dgm:prSet/>
      <dgm:spPr/>
      <dgm:t>
        <a:bodyPr/>
        <a:lstStyle/>
        <a:p>
          <a:r>
            <a:rPr lang="en-US"/>
            <a:t>✓ Event Logging for Transparency</a:t>
          </a:r>
        </a:p>
      </dgm:t>
    </dgm:pt>
    <dgm:pt modelId="{4C32FC4A-9EAB-47A1-87DE-7650F8718662}" type="parTrans" cxnId="{A96C142A-EF6D-4069-B65D-A8D676976B23}">
      <dgm:prSet/>
      <dgm:spPr/>
      <dgm:t>
        <a:bodyPr/>
        <a:lstStyle/>
        <a:p>
          <a:endParaRPr lang="en-US"/>
        </a:p>
      </dgm:t>
    </dgm:pt>
    <dgm:pt modelId="{E4D1F635-53DC-43D1-BA05-1DCBEBA192B0}" type="sibTrans" cxnId="{A96C142A-EF6D-4069-B65D-A8D676976B23}">
      <dgm:prSet/>
      <dgm:spPr/>
      <dgm:t>
        <a:bodyPr/>
        <a:lstStyle/>
        <a:p>
          <a:endParaRPr lang="en-US"/>
        </a:p>
      </dgm:t>
    </dgm:pt>
    <dgm:pt modelId="{BD0EADFF-AAC5-40D6-8197-B00F9DB1E42F}" type="pres">
      <dgm:prSet presAssocID="{4A5B07E8-6EF9-45CD-8905-34F9FE2918F1}" presName="linear" presStyleCnt="0">
        <dgm:presLayoutVars>
          <dgm:animLvl val="lvl"/>
          <dgm:resizeHandles val="exact"/>
        </dgm:presLayoutVars>
      </dgm:prSet>
      <dgm:spPr/>
    </dgm:pt>
    <dgm:pt modelId="{ADF88AD0-763D-4E92-8C2D-613A89F30CB7}" type="pres">
      <dgm:prSet presAssocID="{815A022E-EB90-4ACB-87C8-D4A06D4E1F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ED7B500-04EA-4CC4-BC5B-E0D7D95F42B6}" type="pres">
      <dgm:prSet presAssocID="{0BEE0318-A2FF-40D6-8BC3-57843076260B}" presName="spacer" presStyleCnt="0"/>
      <dgm:spPr/>
    </dgm:pt>
    <dgm:pt modelId="{D52B0332-E1AE-4805-B8D5-D5EC53515DE3}" type="pres">
      <dgm:prSet presAssocID="{4349E05B-B010-4944-887E-0BB8DC7F88C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1A57E77-2850-416C-A961-F71BD166F0BC}" type="pres">
      <dgm:prSet presAssocID="{2D6BDD82-02FA-43EC-B5E6-3E644D02A074}" presName="spacer" presStyleCnt="0"/>
      <dgm:spPr/>
    </dgm:pt>
    <dgm:pt modelId="{362484B8-12DF-4F57-914B-27C357FF2503}" type="pres">
      <dgm:prSet presAssocID="{20FACEED-4B4C-41A6-BACB-8D89203F3D9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A673AC6-DC41-4C6B-A7B1-CFF421524137}" type="pres">
      <dgm:prSet presAssocID="{05688E2C-D724-44F6-BCF6-0E8C64A4D668}" presName="spacer" presStyleCnt="0"/>
      <dgm:spPr/>
    </dgm:pt>
    <dgm:pt modelId="{5954AC99-3DC4-4053-8D77-ED43966ED22F}" type="pres">
      <dgm:prSet presAssocID="{6530B135-9A64-4869-8313-B6C4D2142A1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FCE6317-CD58-4816-9430-A148E778FCB3}" type="pres">
      <dgm:prSet presAssocID="{EAFE9EB5-3A51-4F89-8298-903862EC1070}" presName="spacer" presStyleCnt="0"/>
      <dgm:spPr/>
    </dgm:pt>
    <dgm:pt modelId="{593CDCED-62EC-4E1A-AB59-D90116AF38D8}" type="pres">
      <dgm:prSet presAssocID="{BB9AF24A-6CE4-4E8C-BE60-FEBB679CEC9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A3BE6CC-0416-45CC-A6B7-53A7660C03B2}" type="pres">
      <dgm:prSet presAssocID="{27A93CF7-51C2-49D6-BD1E-9CB8AA33472E}" presName="spacer" presStyleCnt="0"/>
      <dgm:spPr/>
    </dgm:pt>
    <dgm:pt modelId="{2852F80E-4673-4B99-B42E-47C9C60B1BD3}" type="pres">
      <dgm:prSet presAssocID="{28BB2608-AAF2-4B3D-B927-DFACD06994F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2F81016-BB53-48BC-8718-7860AA6B7AE3}" srcId="{4A5B07E8-6EF9-45CD-8905-34F9FE2918F1}" destId="{BB9AF24A-6CE4-4E8C-BE60-FEBB679CEC99}" srcOrd="4" destOrd="0" parTransId="{B158BD50-CE69-4062-BF48-EF85F26484E0}" sibTransId="{27A93CF7-51C2-49D6-BD1E-9CB8AA33472E}"/>
    <dgm:cxn modelId="{A96C142A-EF6D-4069-B65D-A8D676976B23}" srcId="{4A5B07E8-6EF9-45CD-8905-34F9FE2918F1}" destId="{28BB2608-AAF2-4B3D-B927-DFACD06994FC}" srcOrd="5" destOrd="0" parTransId="{4C32FC4A-9EAB-47A1-87DE-7650F8718662}" sibTransId="{E4D1F635-53DC-43D1-BA05-1DCBEBA192B0}"/>
    <dgm:cxn modelId="{609B9241-E4EF-46FB-AA44-6D18911DE5B2}" type="presOf" srcId="{6530B135-9A64-4869-8313-B6C4D2142A1C}" destId="{5954AC99-3DC4-4053-8D77-ED43966ED22F}" srcOrd="0" destOrd="0" presId="urn:microsoft.com/office/officeart/2005/8/layout/vList2"/>
    <dgm:cxn modelId="{2FF87953-E11C-4332-9CC3-04FC4DF960D0}" type="presOf" srcId="{4A5B07E8-6EF9-45CD-8905-34F9FE2918F1}" destId="{BD0EADFF-AAC5-40D6-8197-B00F9DB1E42F}" srcOrd="0" destOrd="0" presId="urn:microsoft.com/office/officeart/2005/8/layout/vList2"/>
    <dgm:cxn modelId="{54450B75-B14A-40CF-B4B5-09611A7E0FEF}" srcId="{4A5B07E8-6EF9-45CD-8905-34F9FE2918F1}" destId="{6530B135-9A64-4869-8313-B6C4D2142A1C}" srcOrd="3" destOrd="0" parTransId="{1FDA8111-5F98-4F6D-B381-A828D00F6835}" sibTransId="{EAFE9EB5-3A51-4F89-8298-903862EC1070}"/>
    <dgm:cxn modelId="{F672188C-D33C-4F1B-BC67-3208532FAB00}" srcId="{4A5B07E8-6EF9-45CD-8905-34F9FE2918F1}" destId="{4349E05B-B010-4944-887E-0BB8DC7F88C5}" srcOrd="1" destOrd="0" parTransId="{A62B6B23-026E-42F8-A4D2-94E255BA0D12}" sibTransId="{2D6BDD82-02FA-43EC-B5E6-3E644D02A074}"/>
    <dgm:cxn modelId="{F9BCB996-B9F6-4B6D-8063-9393E1BAB0A0}" type="presOf" srcId="{815A022E-EB90-4ACB-87C8-D4A06D4E1F75}" destId="{ADF88AD0-763D-4E92-8C2D-613A89F30CB7}" srcOrd="0" destOrd="0" presId="urn:microsoft.com/office/officeart/2005/8/layout/vList2"/>
    <dgm:cxn modelId="{E40F199B-E1AA-4BD3-AF70-5DD22794A920}" type="presOf" srcId="{4349E05B-B010-4944-887E-0BB8DC7F88C5}" destId="{D52B0332-E1AE-4805-B8D5-D5EC53515DE3}" srcOrd="0" destOrd="0" presId="urn:microsoft.com/office/officeart/2005/8/layout/vList2"/>
    <dgm:cxn modelId="{49713FD9-10E1-4B7D-A09C-C95927387D4F}" type="presOf" srcId="{20FACEED-4B4C-41A6-BACB-8D89203F3D98}" destId="{362484B8-12DF-4F57-914B-27C357FF2503}" srcOrd="0" destOrd="0" presId="urn:microsoft.com/office/officeart/2005/8/layout/vList2"/>
    <dgm:cxn modelId="{1DA302E4-FC9E-47BE-9EB1-B351F4668C9A}" type="presOf" srcId="{BB9AF24A-6CE4-4E8C-BE60-FEBB679CEC99}" destId="{593CDCED-62EC-4E1A-AB59-D90116AF38D8}" srcOrd="0" destOrd="0" presId="urn:microsoft.com/office/officeart/2005/8/layout/vList2"/>
    <dgm:cxn modelId="{7C9BAFE5-8483-442C-BC4E-EDA8A34B9A6C}" srcId="{4A5B07E8-6EF9-45CD-8905-34F9FE2918F1}" destId="{815A022E-EB90-4ACB-87C8-D4A06D4E1F75}" srcOrd="0" destOrd="0" parTransId="{9874B40E-D5BE-4C18-A375-155E35837E95}" sibTransId="{0BEE0318-A2FF-40D6-8BC3-57843076260B}"/>
    <dgm:cxn modelId="{86F5FCE5-D7A4-4960-A854-72F295CB132A}" type="presOf" srcId="{28BB2608-AAF2-4B3D-B927-DFACD06994FC}" destId="{2852F80E-4673-4B99-B42E-47C9C60B1BD3}" srcOrd="0" destOrd="0" presId="urn:microsoft.com/office/officeart/2005/8/layout/vList2"/>
    <dgm:cxn modelId="{9BA5DCE9-4494-4BD8-ADC7-7CEE22942A13}" srcId="{4A5B07E8-6EF9-45CD-8905-34F9FE2918F1}" destId="{20FACEED-4B4C-41A6-BACB-8D89203F3D98}" srcOrd="2" destOrd="0" parTransId="{20E98827-B6CA-42BF-9BDA-B8058DE9C945}" sibTransId="{05688E2C-D724-44F6-BCF6-0E8C64A4D668}"/>
    <dgm:cxn modelId="{B0528F00-B06C-4A1D-934D-1B4E0EE827CA}" type="presParOf" srcId="{BD0EADFF-AAC5-40D6-8197-B00F9DB1E42F}" destId="{ADF88AD0-763D-4E92-8C2D-613A89F30CB7}" srcOrd="0" destOrd="0" presId="urn:microsoft.com/office/officeart/2005/8/layout/vList2"/>
    <dgm:cxn modelId="{5BA5D36E-6571-4ACE-AACD-B05472CDD1E3}" type="presParOf" srcId="{BD0EADFF-AAC5-40D6-8197-B00F9DB1E42F}" destId="{1ED7B500-04EA-4CC4-BC5B-E0D7D95F42B6}" srcOrd="1" destOrd="0" presId="urn:microsoft.com/office/officeart/2005/8/layout/vList2"/>
    <dgm:cxn modelId="{A4AC235B-83D7-48B1-B3E9-82D652514845}" type="presParOf" srcId="{BD0EADFF-AAC5-40D6-8197-B00F9DB1E42F}" destId="{D52B0332-E1AE-4805-B8D5-D5EC53515DE3}" srcOrd="2" destOrd="0" presId="urn:microsoft.com/office/officeart/2005/8/layout/vList2"/>
    <dgm:cxn modelId="{7702727B-301B-4FCA-B6C4-4058BE87A3DD}" type="presParOf" srcId="{BD0EADFF-AAC5-40D6-8197-B00F9DB1E42F}" destId="{81A57E77-2850-416C-A961-F71BD166F0BC}" srcOrd="3" destOrd="0" presId="urn:microsoft.com/office/officeart/2005/8/layout/vList2"/>
    <dgm:cxn modelId="{EB0F06F2-40B2-4626-AF3A-7D4BFD7E7355}" type="presParOf" srcId="{BD0EADFF-AAC5-40D6-8197-B00F9DB1E42F}" destId="{362484B8-12DF-4F57-914B-27C357FF2503}" srcOrd="4" destOrd="0" presId="urn:microsoft.com/office/officeart/2005/8/layout/vList2"/>
    <dgm:cxn modelId="{7112F657-98D7-4E5B-8B06-472A4EE399DF}" type="presParOf" srcId="{BD0EADFF-AAC5-40D6-8197-B00F9DB1E42F}" destId="{7A673AC6-DC41-4C6B-A7B1-CFF421524137}" srcOrd="5" destOrd="0" presId="urn:microsoft.com/office/officeart/2005/8/layout/vList2"/>
    <dgm:cxn modelId="{D8953AD7-A431-48CF-8ED0-7E499303A71A}" type="presParOf" srcId="{BD0EADFF-AAC5-40D6-8197-B00F9DB1E42F}" destId="{5954AC99-3DC4-4053-8D77-ED43966ED22F}" srcOrd="6" destOrd="0" presId="urn:microsoft.com/office/officeart/2005/8/layout/vList2"/>
    <dgm:cxn modelId="{8FA67272-2DAF-48CC-B5E5-C4A66F009749}" type="presParOf" srcId="{BD0EADFF-AAC5-40D6-8197-B00F9DB1E42F}" destId="{3FCE6317-CD58-4816-9430-A148E778FCB3}" srcOrd="7" destOrd="0" presId="urn:microsoft.com/office/officeart/2005/8/layout/vList2"/>
    <dgm:cxn modelId="{2C83E846-3C70-4A14-B0ED-922BDD8C5F00}" type="presParOf" srcId="{BD0EADFF-AAC5-40D6-8197-B00F9DB1E42F}" destId="{593CDCED-62EC-4E1A-AB59-D90116AF38D8}" srcOrd="8" destOrd="0" presId="urn:microsoft.com/office/officeart/2005/8/layout/vList2"/>
    <dgm:cxn modelId="{8C610399-1F04-4F3D-BB0E-254D1FC83E63}" type="presParOf" srcId="{BD0EADFF-AAC5-40D6-8197-B00F9DB1E42F}" destId="{8A3BE6CC-0416-45CC-A6B7-53A7660C03B2}" srcOrd="9" destOrd="0" presId="urn:microsoft.com/office/officeart/2005/8/layout/vList2"/>
    <dgm:cxn modelId="{C673161C-DA87-4545-BC9F-B1292184747A}" type="presParOf" srcId="{BD0EADFF-AAC5-40D6-8197-B00F9DB1E42F}" destId="{2852F80E-4673-4B99-B42E-47C9C60B1BD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CBDB4-155D-49AE-BF5A-33E2EEF36626}">
      <dsp:nvSpPr>
        <dsp:cNvPr id="0" name=""/>
        <dsp:cNvSpPr/>
      </dsp:nvSpPr>
      <dsp:spPr>
        <a:xfrm>
          <a:off x="0" y="0"/>
          <a:ext cx="7682620" cy="759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1️⃣  Client deposits ETH &amp; specifies freelancer</a:t>
          </a:r>
        </a:p>
      </dsp:txBody>
      <dsp:txXfrm>
        <a:off x="22234" y="22234"/>
        <a:ext cx="6799307" cy="714666"/>
      </dsp:txXfrm>
    </dsp:sp>
    <dsp:sp modelId="{6D626118-2C4B-4D9F-A376-7708A2E2E086}">
      <dsp:nvSpPr>
        <dsp:cNvPr id="0" name=""/>
        <dsp:cNvSpPr/>
      </dsp:nvSpPr>
      <dsp:spPr>
        <a:xfrm>
          <a:off x="643419" y="897159"/>
          <a:ext cx="7682620" cy="759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2️⃣  Freelancer submits completed work</a:t>
          </a:r>
        </a:p>
      </dsp:txBody>
      <dsp:txXfrm>
        <a:off x="665653" y="919393"/>
        <a:ext cx="6501294" cy="714666"/>
      </dsp:txXfrm>
    </dsp:sp>
    <dsp:sp modelId="{D9C07BAF-C427-4EFA-9724-8E598A3C0700}">
      <dsp:nvSpPr>
        <dsp:cNvPr id="0" name=""/>
        <dsp:cNvSpPr/>
      </dsp:nvSpPr>
      <dsp:spPr>
        <a:xfrm>
          <a:off x="1277235" y="1794318"/>
          <a:ext cx="7682620" cy="759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3️⃣  Client reviews and approves work</a:t>
          </a:r>
        </a:p>
      </dsp:txBody>
      <dsp:txXfrm>
        <a:off x="1299469" y="1816552"/>
        <a:ext cx="6510898" cy="714666"/>
      </dsp:txXfrm>
    </dsp:sp>
    <dsp:sp modelId="{74D928B4-07F4-4860-B0C0-35929C5135BD}">
      <dsp:nvSpPr>
        <dsp:cNvPr id="0" name=""/>
        <dsp:cNvSpPr/>
      </dsp:nvSpPr>
      <dsp:spPr>
        <a:xfrm>
          <a:off x="1920654" y="2691478"/>
          <a:ext cx="7682620" cy="759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4️⃣  Smart contract releases payment automatically</a:t>
          </a:r>
        </a:p>
      </dsp:txBody>
      <dsp:txXfrm>
        <a:off x="1942888" y="2713712"/>
        <a:ext cx="6501294" cy="714666"/>
      </dsp:txXfrm>
    </dsp:sp>
    <dsp:sp modelId="{5911533F-58E1-4CD0-BE11-C6955D0F07EC}">
      <dsp:nvSpPr>
        <dsp:cNvPr id="0" name=""/>
        <dsp:cNvSpPr/>
      </dsp:nvSpPr>
      <dsp:spPr>
        <a:xfrm>
          <a:off x="7189182" y="581428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300205" y="581428"/>
        <a:ext cx="271391" cy="371311"/>
      </dsp:txXfrm>
    </dsp:sp>
    <dsp:sp modelId="{C02DB1E5-4BE7-4D92-80E4-7B4E66E98150}">
      <dsp:nvSpPr>
        <dsp:cNvPr id="0" name=""/>
        <dsp:cNvSpPr/>
      </dsp:nvSpPr>
      <dsp:spPr>
        <a:xfrm>
          <a:off x="7832601" y="1478587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943624" y="1478587"/>
        <a:ext cx="271391" cy="371311"/>
      </dsp:txXfrm>
    </dsp:sp>
    <dsp:sp modelId="{15917F63-A034-4609-90F2-129686EEC963}">
      <dsp:nvSpPr>
        <dsp:cNvPr id="0" name=""/>
        <dsp:cNvSpPr/>
      </dsp:nvSpPr>
      <dsp:spPr>
        <a:xfrm>
          <a:off x="8466417" y="2375747"/>
          <a:ext cx="493437" cy="493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577440" y="2375747"/>
        <a:ext cx="271391" cy="3713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88AD0-763D-4E92-8C2D-613A89F30CB7}">
      <dsp:nvSpPr>
        <dsp:cNvPr id="0" name=""/>
        <dsp:cNvSpPr/>
      </dsp:nvSpPr>
      <dsp:spPr>
        <a:xfrm>
          <a:off x="0" y="5826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Role-based Access Control</a:t>
          </a:r>
        </a:p>
      </dsp:txBody>
      <dsp:txXfrm>
        <a:off x="23874" y="82141"/>
        <a:ext cx="9556627" cy="441312"/>
      </dsp:txXfrm>
    </dsp:sp>
    <dsp:sp modelId="{D52B0332-E1AE-4805-B8D5-D5EC53515DE3}">
      <dsp:nvSpPr>
        <dsp:cNvPr id="0" name=""/>
        <dsp:cNvSpPr/>
      </dsp:nvSpPr>
      <dsp:spPr>
        <a:xfrm>
          <a:off x="0" y="60204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Update Freelancer Before Work Starts</a:t>
          </a:r>
        </a:p>
      </dsp:txBody>
      <dsp:txXfrm>
        <a:off x="23874" y="625921"/>
        <a:ext cx="9556627" cy="441312"/>
      </dsp:txXfrm>
    </dsp:sp>
    <dsp:sp modelId="{362484B8-12DF-4F57-914B-27C357FF2503}">
      <dsp:nvSpPr>
        <dsp:cNvPr id="0" name=""/>
        <dsp:cNvSpPr/>
      </dsp:nvSpPr>
      <dsp:spPr>
        <a:xfrm>
          <a:off x="0" y="114582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Cancel &amp; Refund Functionality</a:t>
          </a:r>
        </a:p>
      </dsp:txBody>
      <dsp:txXfrm>
        <a:off x="23874" y="1169701"/>
        <a:ext cx="9556627" cy="441312"/>
      </dsp:txXfrm>
    </dsp:sp>
    <dsp:sp modelId="{5954AC99-3DC4-4053-8D77-ED43966ED22F}">
      <dsp:nvSpPr>
        <dsp:cNvPr id="0" name=""/>
        <dsp:cNvSpPr/>
      </dsp:nvSpPr>
      <dsp:spPr>
        <a:xfrm>
          <a:off x="0" y="168960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MetaMask Integration</a:t>
          </a:r>
        </a:p>
      </dsp:txBody>
      <dsp:txXfrm>
        <a:off x="23874" y="1713481"/>
        <a:ext cx="9556627" cy="441312"/>
      </dsp:txXfrm>
    </dsp:sp>
    <dsp:sp modelId="{593CDCED-62EC-4E1A-AB59-D90116AF38D8}">
      <dsp:nvSpPr>
        <dsp:cNvPr id="0" name=""/>
        <dsp:cNvSpPr/>
      </dsp:nvSpPr>
      <dsp:spPr>
        <a:xfrm>
          <a:off x="0" y="223338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Real-time Status Tracking</a:t>
          </a:r>
        </a:p>
      </dsp:txBody>
      <dsp:txXfrm>
        <a:off x="23874" y="2257261"/>
        <a:ext cx="9556627" cy="441312"/>
      </dsp:txXfrm>
    </dsp:sp>
    <dsp:sp modelId="{2852F80E-4673-4B99-B42E-47C9C60B1BD3}">
      <dsp:nvSpPr>
        <dsp:cNvPr id="0" name=""/>
        <dsp:cNvSpPr/>
      </dsp:nvSpPr>
      <dsp:spPr>
        <a:xfrm>
          <a:off x="0" y="2777167"/>
          <a:ext cx="9604375" cy="48906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✓ Event Logging for Transparency</a:t>
          </a:r>
        </a:p>
      </dsp:txBody>
      <dsp:txXfrm>
        <a:off x="23874" y="2801041"/>
        <a:ext cx="9556627" cy="441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5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5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96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96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94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10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3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06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43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1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66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D1C9-493A-4114-AD61-0FCCD468303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4F4E554-A6FB-45A8-A4DC-48F81B37AF8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46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AB17F6-592B-45CB-96F6-705C9825A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3C0AF-BA13-8F80-D289-1C4CD3A20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9068" y="802298"/>
            <a:ext cx="6015784" cy="5116985"/>
          </a:xfrm>
        </p:spPr>
        <p:txBody>
          <a:bodyPr anchor="ctr">
            <a:normAutofit/>
          </a:bodyPr>
          <a:lstStyle/>
          <a:p>
            <a:r>
              <a:rPr lang="en-US" sz="4400" b="1" dirty="0"/>
              <a:t>⛓️ Decentralized Freelance Payment System with Smart Contract Escrow</a:t>
            </a:r>
            <a:br>
              <a:rPr lang="en-US" sz="6100" b="1" dirty="0"/>
            </a:br>
            <a:endParaRPr lang="en-US" sz="6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C541F-617B-CAED-6BB9-F7B4BBEC9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352" y="802298"/>
            <a:ext cx="3401174" cy="5116985"/>
          </a:xfrm>
        </p:spPr>
        <p:txBody>
          <a:bodyPr anchor="ctr">
            <a:normAutofit/>
          </a:bodyPr>
          <a:lstStyle/>
          <a:p>
            <a:pPr algn="r"/>
            <a:r>
              <a:rPr lang="en-US" sz="1600"/>
              <a:t>Secure Freelance Payments on Ethereum</a:t>
            </a:r>
          </a:p>
          <a:p>
            <a:pPr algn="r"/>
            <a:r>
              <a:rPr lang="en-US" sz="1600" b="1"/>
              <a:t>Group 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9284E7-0823-472D-9963-18D89DFE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60590"/>
            <a:ext cx="0" cy="3200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598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5B3E-E21A-E7D8-5C6E-37B5AD52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228E-9C9E-62D4-B5F0-65B89069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NDAYIZEYE Kevin (Group Representative) – 25RP18054</a:t>
            </a:r>
          </a:p>
          <a:p>
            <a:r>
              <a:rPr lang="en-US" dirty="0"/>
              <a:t>2. NDATABAYE Leonce </a:t>
            </a:r>
            <a:r>
              <a:rPr lang="en-US"/>
              <a:t>– 25RP21063</a:t>
            </a:r>
            <a:endParaRPr lang="en-US" dirty="0"/>
          </a:p>
          <a:p>
            <a:r>
              <a:rPr lang="en-US" dirty="0"/>
              <a:t>3. IMFURAYASE </a:t>
            </a:r>
            <a:r>
              <a:rPr lang="en-US" dirty="0" err="1"/>
              <a:t>Umulisa</a:t>
            </a:r>
            <a:r>
              <a:rPr lang="en-US" dirty="0"/>
              <a:t> Jeanne – 25RP21313</a:t>
            </a:r>
          </a:p>
          <a:p>
            <a:r>
              <a:rPr lang="en-US" dirty="0"/>
              <a:t>4. FURAHA Dieudonne – 25RP19695</a:t>
            </a:r>
          </a:p>
        </p:txBody>
      </p:sp>
    </p:spTree>
    <p:extLst>
      <p:ext uri="{BB962C8B-B14F-4D97-AF65-F5344CB8AC3E}">
        <p14:creationId xmlns:p14="http://schemas.microsoft.com/office/powerpoint/2010/main" val="360268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A45B4-63B0-C8E7-BCC0-9592FBDC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US" b="1"/>
              <a:t>The Problem	</a:t>
            </a:r>
            <a:endParaRPr lang="en-US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E2AC-5D54-1465-74F7-471212A3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US"/>
              <a:t>Freelance service escrow: A Rwandan freelancer gets paid automatically once the client "approves" the uploaded work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DA15F-1B81-4AFF-848D-1FF32F7C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Escrow Meaning	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93015-2A17-297A-BDDD-F3BD5A47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a bond, deed, or other document kept in the custody of a third party and taking effect only when a specified condition has been fulfilled.</a:t>
            </a:r>
          </a:p>
        </p:txBody>
      </p:sp>
    </p:spTree>
    <p:extLst>
      <p:ext uri="{BB962C8B-B14F-4D97-AF65-F5344CB8AC3E}">
        <p14:creationId xmlns:p14="http://schemas.microsoft.com/office/powerpoint/2010/main" val="319976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D1AB-CCC3-FD29-02A5-3E74B6BB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Smart Contract Escrow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F934-7F49-088E-A19F-BB20B6E7E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Payment locked in blockchain until work approved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Automatic release - no middleman needed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Permanent &amp; transparent record on blockchain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Trustless interaction between parties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73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C035-F8D8-572B-6C3C-CC746E81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76FF-5014-0A13-949B-8DF06F34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CAD65-BF1D-8B78-2F41-A7EEEAF27C8C}"/>
              </a:ext>
            </a:extLst>
          </p:cNvPr>
          <p:cNvSpPr/>
          <p:nvPr/>
        </p:nvSpPr>
        <p:spPr>
          <a:xfrm>
            <a:off x="1484670" y="2084440"/>
            <a:ext cx="4306529" cy="33819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Smart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Solidity 0.8.20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Hardhat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8349BF-9257-83AA-FD76-597075817F81}"/>
              </a:ext>
            </a:extLst>
          </p:cNvPr>
          <p:cNvSpPr/>
          <p:nvPr/>
        </p:nvSpPr>
        <p:spPr>
          <a:xfrm>
            <a:off x="6705599" y="2084440"/>
            <a:ext cx="4306529" cy="32151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Frontend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React 18 + Vite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Web3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ethers.js v6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MetaMask Wallet</a:t>
            </a:r>
          </a:p>
        </p:txBody>
      </p:sp>
    </p:spTree>
    <p:extLst>
      <p:ext uri="{BB962C8B-B14F-4D97-AF65-F5344CB8AC3E}">
        <p14:creationId xmlns:p14="http://schemas.microsoft.com/office/powerpoint/2010/main" val="344013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2E0C-D91F-3BA6-7E4C-818F2A98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18B6DD-43B6-0D6C-94C3-DB3329055F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063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BDA4-2B48-57C4-C2B2-2266F229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BA84FC-931E-E9C8-D37D-ECFC39F33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56592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90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302C-2DF0-7F91-89D7-1AE0BD94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3FFC-DC3B-C87A-368E-853A5E170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07CBE-CE71-B641-A35C-58B24F13C8A8}"/>
              </a:ext>
            </a:extLst>
          </p:cNvPr>
          <p:cNvSpPr/>
          <p:nvPr/>
        </p:nvSpPr>
        <p:spPr>
          <a:xfrm>
            <a:off x="1677920" y="2015732"/>
            <a:ext cx="4021394" cy="37460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2"/>
                </a:solidFill>
              </a:rPr>
              <a:t>Smart Contract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Stores escrow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Enforces business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Emits events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2"/>
                </a:solidFill>
              </a:rPr>
              <a:t>Frontend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React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Web3 interactions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42545-D658-2650-9BA3-56B0C96AF0CC}"/>
              </a:ext>
            </a:extLst>
          </p:cNvPr>
          <p:cNvSpPr/>
          <p:nvPr/>
        </p:nvSpPr>
        <p:spPr>
          <a:xfrm>
            <a:off x="6366387" y="2040194"/>
            <a:ext cx="4021394" cy="37460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2"/>
                </a:solidFill>
              </a:rPr>
              <a:t>Blockchain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Ethereum </a:t>
            </a:r>
            <a:r>
              <a:rPr lang="en-US" dirty="0" err="1">
                <a:solidFill>
                  <a:schemeClr val="tx2"/>
                </a:solidFill>
              </a:rPr>
              <a:t>Sepolia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MetaMask wallet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Live transaction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b="1" dirty="0">
                <a:solidFill>
                  <a:schemeClr val="tx2"/>
                </a:solidFill>
              </a:rPr>
              <a:t>Key Functions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</a:t>
            </a:r>
            <a:r>
              <a:rPr lang="en-US" dirty="0" err="1">
                <a:solidFill>
                  <a:schemeClr val="tx2"/>
                </a:solidFill>
              </a:rPr>
              <a:t>createEscrow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0F0F0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• </a:t>
            </a:r>
            <a:r>
              <a:rPr lang="en-US" dirty="0" err="1">
                <a:solidFill>
                  <a:schemeClr val="tx2"/>
                </a:solidFill>
              </a:rPr>
              <a:t>releasePayment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461382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90</TotalTime>
  <Words>251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⛓️ Decentralized Freelance Payment System with Smart Contract Escrow </vt:lpstr>
      <vt:lpstr>Group members</vt:lpstr>
      <vt:lpstr>The Problem </vt:lpstr>
      <vt:lpstr>Escrow Meaning </vt:lpstr>
      <vt:lpstr>Smart Contract Escrow Solution</vt:lpstr>
      <vt:lpstr>Technology Stack</vt:lpstr>
      <vt:lpstr>Workflow</vt:lpstr>
      <vt:lpstr>Key Features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NDAYIZEYE</dc:creator>
  <cp:lastModifiedBy>Kevin NDAYIZEYE</cp:lastModifiedBy>
  <cp:revision>8</cp:revision>
  <dcterms:created xsi:type="dcterms:W3CDTF">2026-04-16T10:40:00Z</dcterms:created>
  <dcterms:modified xsi:type="dcterms:W3CDTF">2026-04-16T14:53:24Z</dcterms:modified>
</cp:coreProperties>
</file>